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749808"/>
            <a:ext cx="54864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54864" cy="16459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566928"/>
            <a:ext cx="54864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Training  ·  Module 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80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914400" cy="0"/>
          </a:xfrm>
          <a:prstGeom prst="line">
            <a:avLst/>
          </a:prstGeom>
          <a:noFill/>
          <a:ln w="19050">
            <a:solidFill>
              <a:srgbClr val="F2C8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Excel to dashboards in 90 minutes.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Facilitator: Ali Raza  ·  Data Analyst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03120"/>
            <a:ext cx="384048" cy="36576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Power BI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908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differs from Excel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18120" y="21031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23744"/>
            <a:ext cx="384048" cy="36576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2374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5237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shape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25237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Power Query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18120" y="252374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44368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44368"/>
            <a:ext cx="384048" cy="36576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4436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69080" y="2944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 relationships, DAX basics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18120" y="29443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64992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64992"/>
            <a:ext cx="384048" cy="36576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6499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560" y="3364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69080" y="3364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slicers, drill-throughs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18120" y="3364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85616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85616"/>
            <a:ext cx="384048" cy="36576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8561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51560" y="378561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share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69080" y="37856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Workspaces, RLS, refresh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18120" y="37856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206240"/>
            <a:ext cx="384048" cy="36576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0624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5156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+ practice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06908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data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18120" y="42062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Foundations  ·  Internal Training  ·  Q2 2026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WHY POWER BI?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repeatability + scale.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65960"/>
            <a:ext cx="777240" cy="77724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Refreshable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45920" y="23500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once, refresh forever — no more copy-paste.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0" y="169164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1965960"/>
            <a:ext cx="77724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031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760720" y="23500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relationships, not VLOOKUPs.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29184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566160"/>
            <a:ext cx="7772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033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45920" y="39502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web link beats 14 emailed Excel files.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0" y="329184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00600" y="3566160"/>
            <a:ext cx="777240" cy="7772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0332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5760720" y="39502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security, audit trail, version control.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Foundations  ·  Internal Training  ·  Q2 2026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POWER QUERY — REAL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 messy CSV in 5 steps.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10512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10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→ CSV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77640" y="1783080"/>
            <a:ext cx="0" cy="3200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6916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file. Power BI infers types automatically.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404872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404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/ type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2377440"/>
            <a:ext cx="0" cy="3200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22860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column names human; fix dates.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2999232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880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77640" y="2971800"/>
            <a:ext cx="0" cy="3200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2880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blanks, totals, header rows.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3593592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593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474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Unpivot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77640" y="3566160"/>
            <a:ext cx="0" cy="3200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34747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month columns → tidy long format.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" y="4187952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187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4069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977640" y="4160520"/>
            <a:ext cx="0" cy="3200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4069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with dimension table (e.g. Region).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Foundations  ·  Internal Training  ·  Q2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DAX BASICS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formulas you'll use every day.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7335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up the Amount column.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0" cy="6400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700784"/>
            <a:ext cx="5074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783080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0168" y="178308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9896" y="1783080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920240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b="1" dirty="0">
                <a:solidFill>
                  <a:srgbClr val="F2C8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 'Sales'[Amount] 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587752"/>
            <a:ext cx="8229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0662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YTD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0449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Year-to-date wrapper of any measure.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2724912"/>
            <a:ext cx="0" cy="6400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2734056"/>
            <a:ext cx="5074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2816352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30168" y="2816352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9896" y="2816352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953512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b="1" dirty="0">
                <a:solidFill>
                  <a:srgbClr val="F2C8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TOTALYTD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 [Total Sales], 'Date'[Date] 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21024"/>
            <a:ext cx="8229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3989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YoY 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40782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division — no #DIV/0! errors.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758184"/>
            <a:ext cx="0" cy="6400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3767328"/>
            <a:ext cx="5074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3849624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30168" y="384962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39896" y="3849624"/>
            <a:ext cx="64008" cy="640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3986784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b="1" dirty="0">
                <a:solidFill>
                  <a:srgbClr val="F2C8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 [Total Sales] - [Sales PY], [Sales PY] 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Foundations  ·  Internal Training  ·  Q2 2026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PUBLISH &amp; SHARE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desktop to consumer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4 clicks.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4572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59152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4028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.pbix file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single source of truth.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4572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62072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74320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'Publish'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22960" y="297180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target Workspace.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3200400"/>
            <a:ext cx="4572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64992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32461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refresh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22960" y="347472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Scheduled Refresh (daily / hourly).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703320"/>
            <a:ext cx="4572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867912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37490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Row-Level Security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22960" y="397764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but essential if data is sensitive.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4206240"/>
            <a:ext cx="4572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37083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2960" y="42519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App link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22960" y="448056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don't need Desktop installed.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57200" y="4709160"/>
            <a:ext cx="4572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486400" y="2240280"/>
            <a:ext cx="3200400" cy="2468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5486400" y="2240280"/>
            <a:ext cx="3200400" cy="54864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76072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760720" y="2834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 workspaces for production.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5760720" y="3749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workspaces are for drafts. Anything consumers see should live in an App workspace with explicit owner, viewer, and contributor roles.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Foundations  ·  Internal Training  ·  Q2 2026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0" cy="45720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749808"/>
            <a:ext cx="54864" cy="914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54864" cy="16459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566928"/>
            <a:ext cx="54864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Foundations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ready.</a:t>
            </a:r>
            <a:endParaRPr lang="en-US" sz="76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1097280" cy="0"/>
          </a:xfrm>
          <a:prstGeom prst="line">
            <a:avLst/>
          </a:prstGeom>
          <a:noFill/>
          <a:ln w="19050">
            <a:solidFill>
              <a:srgbClr val="F2C8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on your own data this week.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Slack message away.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069080"/>
            <a:ext cx="73152" cy="45720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69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follow-up materials available in the shared workspace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Facilitator: Ali Raza  ·  Data Analyst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Foundations</dc:title>
  <dc:subject>PptxGenJS Presentation</dc:subject>
  <dc:creator>Ali Raza</dc:creator>
  <cp:lastModifiedBy>Ali Raza</cp:lastModifiedBy>
  <cp:revision>1</cp:revision>
  <dcterms:created xsi:type="dcterms:W3CDTF">2026-05-17T18:31:26Z</dcterms:created>
  <dcterms:modified xsi:type="dcterms:W3CDTF">2026-05-17T18:31:26Z</dcterms:modified>
</cp:coreProperties>
</file>